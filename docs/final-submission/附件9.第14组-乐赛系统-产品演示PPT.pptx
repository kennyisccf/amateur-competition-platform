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corporate_software_presentation_slide_ui_1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ui_presentation_slide_style_image_with_a_w_2_batch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corporate_infographic_slide_design_white_3_batc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tech_presentation_slide_dashboard_style_4_batc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_clean_corporate_slide_infographic_style_image_5_batch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